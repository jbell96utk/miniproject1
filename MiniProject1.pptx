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58" d="100"/>
          <a:sy n="58" d="100"/>
        </p:scale>
        <p:origin x="73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1481F-CBD9-01C8-510E-2BC937C35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83A7F1-A813-2DF8-BB6D-ECCEF36CEA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47CB7A-C5A0-E13F-0CB4-1E567DFB4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DCC72-98EB-43A9-BC16-AC8905AB21E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4A37B0-EAF5-141B-C6A9-56C3736A9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ADF7C0-CB0D-DD81-9AF7-D51FADB12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9DAD9-4C5F-4E11-9733-6DCAEFA18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488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D2AA9-12C1-F9B6-8CE1-AF5923208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2B321-93A4-E005-AF0C-2B22725EC2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6C4670-4481-913E-7347-250A63796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DCC72-98EB-43A9-BC16-AC8905AB21E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F1857A-267E-086D-7F99-08E930B09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F7E68-A8A8-FE19-A500-7E96C799A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9DAD9-4C5F-4E11-9733-6DCAEFA18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454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2FBA6-14D5-F962-2B0D-353F6EFCC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9137C8-CC67-DA4A-0427-7E28BAC44F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DCC5FE-1783-E70C-C51D-0DE5F8C0F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DCC72-98EB-43A9-BC16-AC8905AB21E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31DBAC-F189-69FE-E8CC-99970DA60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CA3795-02B2-AA2A-7197-F4C10D28D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9DAD9-4C5F-4E11-9733-6DCAEFA18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243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842A0-DE7E-76FF-E854-80C5EC9DE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08166-9A0F-B25B-0A74-45D0C53415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612BDD-11F2-270C-60BE-AE271901A2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35EF5E-4DFB-50D3-23DB-154B9BCE5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DCC72-98EB-43A9-BC16-AC8905AB21E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FAADB3-81C7-C130-B3B1-DCBB9E7B2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C7B698-E21F-0752-4A76-1FEC7FB7A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9DAD9-4C5F-4E11-9733-6DCAEFA18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182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8CA22-4D60-A27D-ED86-979D65A25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C30474-B5ED-BA79-7A70-91003E45D6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C70FA0-4FEC-45B3-7124-290D378ABB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E5D655-2F25-ED64-2B1F-7A72E00522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03774-39A1-B40B-4818-7986BEEEB7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9D7487-B3A9-4BAA-70A3-B2B9DBF04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DCC72-98EB-43A9-BC16-AC8905AB21E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81220E-3E29-0952-0432-CF128CC26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2560FB-4EDC-85AB-8FEB-32526BC03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9DAD9-4C5F-4E11-9733-6DCAEFA18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07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E740E-9F3C-56AB-1E7C-9532A6A57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F11A1C-3279-ED47-F2BB-377E29F14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DCC72-98EB-43A9-BC16-AC8905AB21E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1D3697-B764-7465-6F69-9804FB536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8B390F-6344-499B-B3FA-B84E1B6F4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9DAD9-4C5F-4E11-9733-6DCAEFA18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557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6AB440-21E1-F69D-4A0C-161E706C2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DCC72-98EB-43A9-BC16-AC8905AB21E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77D3C2-AD80-5B06-8D33-9B4BBA4A5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413014-26DA-1C19-9451-D59F68C90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9DAD9-4C5F-4E11-9733-6DCAEFA18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789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8B889-EB70-0112-C570-81A6EB36C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79BEF-DFE2-8861-8A90-9447399FF5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428DB9-61B6-EF03-885C-AC77C31EDE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F1DB6B-769B-754A-95E6-F88CFB903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DCC72-98EB-43A9-BC16-AC8905AB21E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38BFE8-DAC5-F963-5B4A-5D454ABFA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EBD3C8-ACC2-4EDF-64A5-4AEA09AAE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9DAD9-4C5F-4E11-9733-6DCAEFA18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907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38254-44F6-4B64-846F-8415E1573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56EEDB-E778-219F-6F9A-2A14EE8B21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5DE7CA-0F61-78C7-DB4A-4C04352624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62283B-BCAD-8559-B117-7F0271801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DCC72-98EB-43A9-BC16-AC8905AB21E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613840-14B4-6F6E-6EA0-A9F9250F2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297DC4-FB82-8FA2-1149-16C8DEBA0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9DAD9-4C5F-4E11-9733-6DCAEFA18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30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01BB8-D408-F586-143C-6F7799658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FF6580-F8F6-286E-D6EE-3767E0705B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C0C09A-A0EE-93B6-D09C-66FA4D5F5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DCC72-98EB-43A9-BC16-AC8905AB21E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513812-8DB1-72B0-7645-6AD2283CB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B16035-9263-29FC-ED4C-97F4DBD9B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9DAD9-4C5F-4E11-9733-6DCAEFA18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108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DED311-227E-0531-53E1-42C93362BE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0A9B0A-F69D-45AF-D5CA-335F1172B4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25D208-25B3-D6CE-7BFB-C4D03D07B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DCC72-98EB-43A9-BC16-AC8905AB21E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12047C-91AB-9A39-9F72-640B646C4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D7163-8F0C-E125-E05F-BFF0EBDDF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9DAD9-4C5F-4E11-9733-6DCAEFA18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04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213939-869A-714D-EE7A-DDE96D2A9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F48898-6459-D62C-B71F-34DB296C31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8EABD-116F-8946-F1CE-7F7E499103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7DCC72-98EB-43A9-BC16-AC8905AB21E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FC24B6-4CB5-18FF-E10A-A4A3ECFC37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71B82C-877A-6F42-7504-8F1FE5566D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99DAD9-4C5F-4E11-9733-6DCAEFA18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32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DDB56-299E-16DF-1257-53023267B4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Mini Project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54CB43-18D0-C96C-1D2B-382C215B91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Jordan Bell</a:t>
            </a:r>
          </a:p>
          <a:p>
            <a:r>
              <a:rPr lang="en-US" dirty="0"/>
              <a:t>COSC 445</a:t>
            </a:r>
          </a:p>
          <a:p>
            <a:r>
              <a:rPr lang="en-US" dirty="0"/>
              <a:t>Analyzing the writing styles of Arthur Conan Doyle and Jack London</a:t>
            </a:r>
          </a:p>
        </p:txBody>
      </p:sp>
    </p:spTree>
    <p:extLst>
      <p:ext uri="{BB962C8B-B14F-4D97-AF65-F5344CB8AC3E}">
        <p14:creationId xmlns:p14="http://schemas.microsoft.com/office/powerpoint/2010/main" val="1929049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1D0E5-9283-8737-A3CE-3EA19AD46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was the question?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00087-1730-BF99-5D09-B32910A138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Can the writing styles of different authors be identified and compared through patterns in their language, and how much does genre influence those patterns?</a:t>
            </a:r>
          </a:p>
        </p:txBody>
      </p:sp>
    </p:spTree>
    <p:extLst>
      <p:ext uri="{BB962C8B-B14F-4D97-AF65-F5344CB8AC3E}">
        <p14:creationId xmlns:p14="http://schemas.microsoft.com/office/powerpoint/2010/main" val="4098996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7501A-7740-9C14-F047-B453760AD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was the approach?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C1E9D-6E31-7D30-1C49-BDF8A6D92A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Find two authors who have made multiple books in the same two genres and download their books.</a:t>
            </a:r>
          </a:p>
          <a:p>
            <a:r>
              <a:rPr lang="en-US" dirty="0"/>
              <a:t>2. Clean the book text so that only the book contents were left.</a:t>
            </a:r>
          </a:p>
          <a:p>
            <a:r>
              <a:rPr lang="en-US" dirty="0"/>
              <a:t>3. Measure various aspects of the books such as word count, average sentence length, unique words, etc.</a:t>
            </a:r>
          </a:p>
          <a:p>
            <a:r>
              <a:rPr lang="en-US" dirty="0"/>
              <a:t>4. Compare the various aspects of the books against each other.</a:t>
            </a:r>
          </a:p>
        </p:txBody>
      </p:sp>
    </p:spTree>
    <p:extLst>
      <p:ext uri="{BB962C8B-B14F-4D97-AF65-F5344CB8AC3E}">
        <p14:creationId xmlns:p14="http://schemas.microsoft.com/office/powerpoint/2010/main" val="1446403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32F0C-852E-4E00-62C3-C3C124AAC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problems did I encounter?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06EE16-71D0-7C2F-EC20-136F9B24BA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en-US" b="1" dirty="0"/>
              <a:t>Comparing books of different lengths: </a:t>
            </a:r>
            <a:r>
              <a:rPr lang="en-US" dirty="0"/>
              <a:t>The books vary considerably in length, so some measurements had to be normalized, such as questions and exclamations per 1,000 words.</a:t>
            </a:r>
          </a:p>
          <a:p>
            <a:r>
              <a:rPr lang="en-US" b="1" dirty="0"/>
              <a:t>Separating author from genre:</a:t>
            </a:r>
            <a:r>
              <a:rPr lang="en-US" dirty="0"/>
              <a:t> Since both authors wrote in both genres, it was necessary to distinguish patterns caused by the author from patterns that might simply come from the genre. </a:t>
            </a:r>
          </a:p>
          <a:p>
            <a:r>
              <a:rPr lang="en-US" dirty="0"/>
              <a:t> </a:t>
            </a:r>
            <a:r>
              <a:rPr lang="en-US" b="1" dirty="0"/>
              <a:t>Avoiding misleading similarities:</a:t>
            </a:r>
            <a:r>
              <a:rPr lang="en-US" dirty="0"/>
              <a:t> Two books can have similar vocabulary without necessarily having similar writing styles, so similarity scores had to be interpreted carefully. </a:t>
            </a:r>
          </a:p>
          <a:p>
            <a:r>
              <a:rPr lang="en-US" b="1" dirty="0"/>
              <a:t>Finding meaningful distinctive words:</a:t>
            </a:r>
            <a:r>
              <a:rPr lang="en-US" dirty="0"/>
              <a:t> Common words can dominate text analysis, so methods such as TF-IDF were used to focus on words that were more characteristic of one author. 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694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32385-F782-2FCA-9445-81D3A3495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results did I get? Writing Characteristics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C547F79-A678-E0F1-B5B4-F6BD9E38DD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767" y="1362544"/>
            <a:ext cx="11924466" cy="4746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179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18027-C87E-52D2-6B7A-BAEB9BDF1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results did I get? Distinctive Words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E04385D-B2C2-55AF-79BE-F6AA9C3EA0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3679" y="1690688"/>
            <a:ext cx="11626530" cy="3398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283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DA73D-C54D-4BF8-B504-370BFBDA9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809" y="365125"/>
            <a:ext cx="5314121" cy="2258805"/>
          </a:xfrm>
        </p:spPr>
        <p:txBody>
          <a:bodyPr/>
          <a:lstStyle/>
          <a:p>
            <a:r>
              <a:rPr lang="en-US" dirty="0"/>
              <a:t>What results did I get? Distinctive Phrases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B3B03C-13F5-0991-C1F3-AAC89D631B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57460" y="13420"/>
            <a:ext cx="6121692" cy="683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644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41C98-8092-0C56-29B8-BD1E04462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2764" y="365125"/>
            <a:ext cx="5327374" cy="2007014"/>
          </a:xfrm>
        </p:spPr>
        <p:txBody>
          <a:bodyPr/>
          <a:lstStyle/>
          <a:p>
            <a:r>
              <a:rPr lang="en-US" dirty="0"/>
              <a:t>What results did I get?</a:t>
            </a:r>
            <a:br>
              <a:rPr lang="en-US" dirty="0"/>
            </a:br>
            <a:r>
              <a:rPr lang="en-US" dirty="0"/>
              <a:t>Book Similarity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D1CFE81-A5B3-C803-B833-E6C4DC9209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89505" y="365125"/>
            <a:ext cx="7131954" cy="6274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176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5F3AE-C5FA-B9E7-6EEC-987DEAF7C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results did I get? Biggest Differences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53795DE-DC12-892C-1A87-BEE6D47CB8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9890" y="1550506"/>
            <a:ext cx="11332219" cy="432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1260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89C72-EA54-F770-F995-E81E85774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new ideas did this generate?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49719-10E0-5CA5-2A6C-4A146C212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Would the same author differences appear in more books? </a:t>
            </a:r>
          </a:p>
          <a:p>
            <a:pPr lvl="0"/>
            <a:r>
              <a:rPr lang="en-US" dirty="0"/>
              <a:t>Would the results hold across other genres, rather than just Science Fiction and Adventure? </a:t>
            </a:r>
          </a:p>
          <a:p>
            <a:pPr lvl="0"/>
            <a:r>
              <a:rPr lang="en-US" dirty="0"/>
              <a:t>Which specific features are most useful for identifying an author? </a:t>
            </a:r>
          </a:p>
          <a:p>
            <a:pPr lvl="0"/>
            <a:r>
              <a:rPr lang="en-US" dirty="0"/>
              <a:t>Would the results change if we included more features? </a:t>
            </a:r>
          </a:p>
          <a:p>
            <a:pPr lvl="0"/>
            <a:r>
              <a:rPr lang="en-US" dirty="0"/>
              <a:t>Could the same approach distinguish more than two authors?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61326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356</Words>
  <Application>Microsoft Office PowerPoint</Application>
  <PresentationFormat>Widescreen</PresentationFormat>
  <Paragraphs>27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Mini Project 1</vt:lpstr>
      <vt:lpstr>What was the question?</vt:lpstr>
      <vt:lpstr>What was the approach?</vt:lpstr>
      <vt:lpstr>What problems did I encounter?</vt:lpstr>
      <vt:lpstr>What results did I get? Writing Characteristics</vt:lpstr>
      <vt:lpstr>What results did I get? Distinctive Words</vt:lpstr>
      <vt:lpstr>What results did I get? Distinctive Phrases </vt:lpstr>
      <vt:lpstr>What results did I get? Book Similarity</vt:lpstr>
      <vt:lpstr>What results did I get? Biggest Differences</vt:lpstr>
      <vt:lpstr>What new ideas did this generate?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Bell, Jordan</dc:creator>
  <cp:lastModifiedBy>Bell, Jordan</cp:lastModifiedBy>
  <cp:revision>1</cp:revision>
  <dcterms:created xsi:type="dcterms:W3CDTF">2026-09-10T20:17:14Z</dcterms:created>
  <dcterms:modified xsi:type="dcterms:W3CDTF">2026-09-10T20:38:11Z</dcterms:modified>
</cp:coreProperties>
</file>